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34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7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72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47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66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802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7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247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25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6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768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791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02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067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206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776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31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8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912" r:id="rId13"/>
    <p:sldLayoutId id="2147483913" r:id="rId14"/>
    <p:sldLayoutId id="2147483914" r:id="rId15"/>
    <p:sldLayoutId id="2147483915" r:id="rId16"/>
    <p:sldLayoutId id="214748391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Diabetes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7567" y="3598327"/>
            <a:ext cx="5308866" cy="1377651"/>
          </a:xfrm>
        </p:spPr>
        <p:txBody>
          <a:bodyPr>
            <a:normAutofit/>
          </a:bodyPr>
          <a:lstStyle/>
          <a:p>
            <a:r>
              <a:rPr lang="en-US" sz="3600" dirty="0"/>
              <a:t>Akash Dange</a:t>
            </a:r>
            <a:endParaRPr sz="3600" dirty="0"/>
          </a:p>
          <a:p>
            <a:r>
              <a:rPr lang="en-US" sz="2400" dirty="0"/>
              <a:t>PDA College of Engineering ,</a:t>
            </a:r>
            <a:r>
              <a:rPr lang="en-US" sz="2400" dirty="0" err="1"/>
              <a:t>Kalaburgi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Overview of diabetes as a critical global health issue</a:t>
            </a:r>
          </a:p>
          <a:p>
            <a:r>
              <a:t>- Importance of early prediction</a:t>
            </a:r>
          </a:p>
          <a:p>
            <a:r>
              <a:t>- Objective: Develop an AI-based web system to predict diabetes using patient data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Manual diagnosis is time-consuming and prone to human error</a:t>
            </a:r>
          </a:p>
          <a:p>
            <a:r>
              <a:t>- Need for an automated, accurate, and quick prediction system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Predict the likelihood of diabetes using machine learning</a:t>
            </a:r>
          </a:p>
          <a:p>
            <a:r>
              <a:t>- Create a web-based interface for user input and result display</a:t>
            </a:r>
          </a:p>
          <a:p>
            <a:r>
              <a:t>- Ensure system is mobile-compatible and user-friendly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Source: Pima Indians Diabetes Dataset from Kaggle</a:t>
            </a:r>
          </a:p>
          <a:p>
            <a:r>
              <a:t>- Features: Glucose, Blood Pressure, BMI, Age, Insulin, etc.</a:t>
            </a:r>
          </a:p>
          <a:p>
            <a:r>
              <a:t>- Preprocessing: Handling missing values, scaling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Frontend: HTML, CSS, Bootstrap (responsive design)</a:t>
            </a:r>
          </a:p>
          <a:p>
            <a:r>
              <a:t>- Backend: Python, Flask</a:t>
            </a:r>
          </a:p>
          <a:p>
            <a:r>
              <a:t>- ML Algorithm: Logistic Regression / Random Forest</a:t>
            </a:r>
          </a:p>
          <a:p>
            <a:r>
              <a:t>- Tools: Jupyter Notebook, VS Code, Ngrok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Flow: Data Input → Preprocessing → ML Model → Result Output</a:t>
            </a:r>
          </a:p>
          <a:p>
            <a:r>
              <a:t>- Frontend sends data to Flask → Prediction → Result shown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Split: Train-Test (e.g., 80:20)</a:t>
            </a:r>
          </a:p>
          <a:p>
            <a:r>
              <a:t>- Evaluation Metrics: Accuracy, Precision, Recall</a:t>
            </a:r>
          </a:p>
          <a:p>
            <a:r>
              <a:t>- Confusion Matrix or ROC Curve (if available)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Simple, clean form to collect patient input</a:t>
            </a:r>
          </a:p>
          <a:p>
            <a:r>
              <a:t>- Responsive design for mobile and desktop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Result: Positive or Negative for Diabetes</a:t>
            </a:r>
          </a:p>
          <a:p>
            <a:r>
              <a:t>- Displayed with relevant color/status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Compatibility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Used Bootstrap and media queries for responsiveness</a:t>
            </a:r>
          </a:p>
          <a:p>
            <a:r>
              <a:t>- Tested using Chrome DevTools and Ngrok</a:t>
            </a:r>
          </a:p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Effective system for early diabetes prediction</a:t>
            </a:r>
          </a:p>
          <a:p>
            <a:r>
              <a:t>- Helps in reducing manual errors and saves time</a:t>
            </a:r>
          </a:p>
          <a:p>
            <a:r>
              <a:t>- Potential to expand for other diseases</a:t>
            </a:r>
          </a:p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 user authentication and database</a:t>
            </a:r>
          </a:p>
          <a:p>
            <a:r>
              <a:t>- Deploy on cloud platforms (e.g., Render, Heroku)</a:t>
            </a:r>
          </a:p>
          <a:p>
            <a:r>
              <a:t>- Use more complex models for higher accuracy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Kaggle Dataset</a:t>
            </a:r>
          </a:p>
          <a:p>
            <a:r>
              <a:t>- Scikit-learn Documentation</a:t>
            </a:r>
          </a:p>
          <a:p>
            <a:r>
              <a:t>- Flask Documentation</a:t>
            </a:r>
          </a:p>
          <a:p>
            <a:r>
              <a:t>- Bootstrap</a:t>
            </a:r>
          </a:p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Thank you!</a:t>
            </a:r>
          </a:p>
          <a:p>
            <a:r>
              <a:t>- Questions?</a:t>
            </a:r>
          </a:p>
          <a:p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354</Words>
  <Application>Microsoft Office PowerPoint</Application>
  <PresentationFormat>On-screen Show (4:3)</PresentationFormat>
  <Paragraphs>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Diabetes Prediction System</vt:lpstr>
      <vt:lpstr>Introduction</vt:lpstr>
      <vt:lpstr>Problem Statement</vt:lpstr>
      <vt:lpstr>Objectives</vt:lpstr>
      <vt:lpstr>Dataset Used</vt:lpstr>
      <vt:lpstr>Technology Stack</vt:lpstr>
      <vt:lpstr>System Architecture</vt:lpstr>
      <vt:lpstr>Model Training</vt:lpstr>
      <vt:lpstr>Web Interface</vt:lpstr>
      <vt:lpstr>Prediction Output</vt:lpstr>
      <vt:lpstr>Mobile Compatibility</vt:lpstr>
      <vt:lpstr>Conclusion</vt:lpstr>
      <vt:lpstr>Future Scope</vt:lpstr>
      <vt:lpstr>References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AKASH DANGE</dc:creator>
  <cp:keywords/>
  <dc:description>generated using python-pptx</dc:description>
  <cp:lastModifiedBy>Akash Dange</cp:lastModifiedBy>
  <cp:revision>2</cp:revision>
  <dcterms:created xsi:type="dcterms:W3CDTF">2013-01-27T09:14:16Z</dcterms:created>
  <dcterms:modified xsi:type="dcterms:W3CDTF">2025-05-29T06:05:41Z</dcterms:modified>
  <cp:category/>
</cp:coreProperties>
</file>